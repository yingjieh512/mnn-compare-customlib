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f6026732534689" /><Relationship Type="http://schemas.openxmlformats.org/officeDocument/2006/relationships/extended-properties" Target="/docProps/app.xml" Id="R13872cd427e4433c" /><Relationship Type="http://schemas.openxmlformats.org/officeDocument/2006/relationships/officeDocument" Target="/ppt/presentation.xml" Id="R8170c0d7ea7d4a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4f81b30d4a4b07"/>
  </p:sldMasterIdLst>
  <p:notesMasterIdLst>
    <p:notesMasterId xmlns:r="http://schemas.openxmlformats.org/officeDocument/2006/relationships" r:id="R38bdfe6f7ba749f3"/>
  </p:notesMasterIdLst>
  <p:sldIdLst>
    <p:sldId xmlns:r="http://schemas.openxmlformats.org/officeDocument/2006/relationships" id="256" r:id="R262c8479ff524701"/>
    <p:sldId xmlns:r="http://schemas.openxmlformats.org/officeDocument/2006/relationships" id="257" r:id="R1ca970c40ee14be9"/>
    <p:sldId xmlns:r="http://schemas.openxmlformats.org/officeDocument/2006/relationships" id="258" r:id="Redefad23539b4e7a"/>
    <p:sldId xmlns:r="http://schemas.openxmlformats.org/officeDocument/2006/relationships" id="259" r:id="R3e12ab910ac24ffa"/>
    <p:sldId xmlns:r="http://schemas.openxmlformats.org/officeDocument/2006/relationships" id="260" r:id="R9316dd347a4b44b1"/>
    <p:sldId xmlns:r="http://schemas.openxmlformats.org/officeDocument/2006/relationships" id="261" r:id="Rd4826df4c7c84ac8"/>
    <p:sldId xmlns:r="http://schemas.openxmlformats.org/officeDocument/2006/relationships" id="262" r:id="R1896bee8ebe748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9e54239e4d4fb8" /><Relationship Type="http://schemas.openxmlformats.org/officeDocument/2006/relationships/slideMaster" Target="/ppt/slideMasters/slideMaster1.xml" Id="R6a4f81b30d4a4b07" /><Relationship Type="http://schemas.openxmlformats.org/officeDocument/2006/relationships/notesMaster" Target="/ppt/notesMasters/notesMaster1.xml" Id="R38bdfe6f7ba749f3" /><Relationship Type="http://schemas.openxmlformats.org/officeDocument/2006/relationships/presProps" Target="/ppt/presProps.xml" Id="R70e1ddfbf2a84cd6" /><Relationship Type="http://schemas.openxmlformats.org/officeDocument/2006/relationships/tableStyles" Target="/ppt/tableStyles.xml" Id="R14800391685f4ca9" /><Relationship Type="http://schemas.openxmlformats.org/officeDocument/2006/relationships/slide" Target="/ppt/slides/slide1.xml" Id="R262c8479ff524701" /><Relationship Type="http://schemas.openxmlformats.org/officeDocument/2006/relationships/slide" Target="/ppt/slides/slide2.xml" Id="R1ca970c40ee14be9" /><Relationship Type="http://schemas.openxmlformats.org/officeDocument/2006/relationships/slide" Target="/ppt/slides/slide3.xml" Id="Redefad23539b4e7a" /><Relationship Type="http://schemas.openxmlformats.org/officeDocument/2006/relationships/slide" Target="/ppt/slides/slide4.xml" Id="R3e12ab910ac24ffa" /><Relationship Type="http://schemas.openxmlformats.org/officeDocument/2006/relationships/slide" Target="/ppt/slides/slide5.xml" Id="R9316dd347a4b44b1" /><Relationship Type="http://schemas.openxmlformats.org/officeDocument/2006/relationships/slide" Target="/ppt/slides/slide6.xml" Id="Rd4826df4c7c84ac8" /><Relationship Type="http://schemas.openxmlformats.org/officeDocument/2006/relationships/slide" Target="/ppt/slides/slide7.xml" Id="R1896bee8ebe748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7e3c01b40749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e86445239494e" /><Relationship Type="http://schemas.openxmlformats.org/officeDocument/2006/relationships/notesMaster" Target="/ppt/notesMasters/notesMaster1.xml" Id="R0b7011025aa340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e8fce536ea467f" /><Relationship Type="http://schemas.openxmlformats.org/officeDocument/2006/relationships/notesMaster" Target="/ppt/notesMasters/notesMaster1.xml" Id="Rcc128071b78248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00eba505934fd4" /><Relationship Type="http://schemas.openxmlformats.org/officeDocument/2006/relationships/notesMaster" Target="/ppt/notesMasters/notesMaster1.xml" Id="R560d8603f2aa43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6d79fcc6c74601" /><Relationship Type="http://schemas.openxmlformats.org/officeDocument/2006/relationships/notesMaster" Target="/ppt/notesMasters/notesMaster1.xml" Id="R243c346f52df43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9d34bd683747f2" /><Relationship Type="http://schemas.openxmlformats.org/officeDocument/2006/relationships/notesMaster" Target="/ppt/notesMasters/notesMaster1.xml" Id="R699d1d6ee02948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56153ddbe44c8d" /><Relationship Type="http://schemas.openxmlformats.org/officeDocument/2006/relationships/notesMaster" Target="/ppt/notesMasters/notesMaster1.xml" Id="R5a5f78733c30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ccb72c05694ba3" /><Relationship Type="http://schemas.openxmlformats.org/officeDocument/2006/relationships/notesMaster" Target="/ppt/notesMasters/notesMaster1.xml" Id="R3c08c28e2e444c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e998d07f74a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c5eda447f04d72" /><Relationship Type="http://schemas.openxmlformats.org/officeDocument/2006/relationships/slideLayout" Target="/ppt/slideLayouts/slideLayout1.xml" Id="R902e925637fb4d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2e925637fb4d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77be3a38746d6" /><Relationship Type="http://schemas.openxmlformats.org/officeDocument/2006/relationships/notesSlide" Target="/ppt/notesSlides/notesSlide1.xml" Id="R2b97c3f9c7bc4f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d97367f71439d" /><Relationship Type="http://schemas.openxmlformats.org/officeDocument/2006/relationships/notesSlide" Target="/ppt/notesSlides/notesSlide2.xml" Id="Rc2f35631e51d4a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b6714b6df43b0" /><Relationship Type="http://schemas.openxmlformats.org/officeDocument/2006/relationships/notesSlide" Target="/ppt/notesSlides/notesSlide3.xml" Id="R665996f8d6e745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23c5675a54d71" /><Relationship Type="http://schemas.openxmlformats.org/officeDocument/2006/relationships/notesSlide" Target="/ppt/notesSlides/notesSlide4.xml" Id="Rd942abe413224d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4b7cd56854eb4" /><Relationship Type="http://schemas.openxmlformats.org/officeDocument/2006/relationships/notesSlide" Target="/ppt/notesSlides/notesSlide5.xml" Id="R9b7b3a87387643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fb97891924052" /><Relationship Type="http://schemas.openxmlformats.org/officeDocument/2006/relationships/notesSlide" Target="/ppt/notesSlides/notesSlide6.xml" Id="Rdd7a5f7e84a542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6d519794d478e" /><Relationship Type="http://schemas.openxmlformats.org/officeDocument/2006/relationships/notesSlide" Target="/ppt/notesSlides/notesSlide7.xml" Id="R2dc70458c7ed41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4917FD-0E8D-423E-BA72-3DEA2860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FINAL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6315D-2532-41FF-9FAB-C85EFB21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23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Qwen3.5-9B custom inference library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C5961-32AB-4673-A61E-06AF801E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Full custom decode, Device Farm benchmark, and deterministic output quality guard.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1057F-B402-485B-8F69-681997B8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31842-980D-465D-8A04-63E67771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Custom decode TPS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AE7C1-D331-4CEF-8C8B-76917059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2.11989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CB07D-5C87-48F8-AF80-822632D9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93.44% of fresh stock MNN CPU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EC013-9D54-4636-B7B6-609B00B1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E8A51-5042-4336-AC66-04868382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814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Decode TPOT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CB252-413F-4A69-8F86-DA92ED18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2905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471.723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CA8AA-FE70-4DD3-8BE7-9EEAE2C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6245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45.295 ms faster than v17 custom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064AA-702A-4462-B6A9-B5E1C2C0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480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0FB6C-50BA-4A08-B7A5-B3C5149B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814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Quality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F95B6-0F8C-40B9-BC9A-08945EE4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7A3A"/>
                </a:solidFill>
              </a:defRPr>
            </a:pPr>
            <a:r>
              <a:rPr sz="3000" b="1">
                <a:solidFill>
                  <a:srgbClr val="167A3A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E2B1F-C81C-4451-B2E5-D2E53019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624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5/5 sanity prompts, 1/5 exact 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B86A6-B6A4-4032-9064-86274C5C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2762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15C05-7569-42CF-A7D3-538DA0F1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8140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Speedup verdict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488EC-F249-45BA-9141-0EBB053D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290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EAFC1-95FB-4508-AFF0-9BC3AE56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624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Custom remains slower than stock MNN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7A3517-E5FC-4A50-A2CF-FC2AA7F7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Qwen3.5-9B customlib final | 1</a:t>
            </a:r>
          </a:p>
        </p:txBody>
      </p:sp>
    </p:spTree>
    <p:extLst>
      <p:ext uri="{BB962C8B-B14F-4D97-AF65-F5344CB8AC3E}">
        <p14:creationId xmlns:p14="http://schemas.microsoft.com/office/powerpoint/2010/main" val="902434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1BC1BF-2C16-44CF-92CF-67F07483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RUNTIME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5022A-1F0A-42E5-BF33-B0954C35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measured path is custom end to end, with MNN only as the stock baseline.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45A37-5A69-4BB8-8D8B-C18F6972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987AA-86F7-4715-9AB3-2C314850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30B85-66C2-4768-9693-5A5321DC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JNI benchmark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AC496-0CBF-4B90-8628-C3667567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NativeBenchmark.runBenchmark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7A640-BF46-4F11-B734-1D8DC1A1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14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4123C-2628-4E7D-AB66-108D8E2B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4F30A-BCFA-4755-A3FA-272B8D47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 ABI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4160F-86F8-48CB-A8E2-A841E60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146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xq_create / xq_generate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C3CC6-D718-4676-A387-7F34FEF3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14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F1129-2BED-431C-B70B-F672F3B3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9149D-1C53-4A8A-AFB0-FB3BD578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A6F99-A912-444A-A39B-AEB538A1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prefill + decodeOne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3740C-18A5-4126-98A2-CF67E3A7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EFC24-ADD4-4F86-A3E5-1362B40F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DE642-326B-4EB6-94CB-5D6AB072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CustomModel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4614F-D088-406C-B781-663A2FEF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146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layers, KV cache, logits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2F51B-FAA6-4F67-8415-9621468C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220E4-98F3-413D-A6E6-7CF9927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8125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A1C6DF-F493-44EE-A782-45F61781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33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Sampler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6C03D0-8FCD-4EFA-8EBD-7818DA6F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146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real lm_head + greedy argmax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AD0CEC-8E0B-434A-AE4F-899F986A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Evidence fields: use_mnn_fallback = 0, calls_mnn_llm_response_for_measured_generation = false, full_custom_decode = true, fallback_op_families = [].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2EF0E5-60E6-4162-8B10-297FC3B3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Qwen3.5-9B customlib final | 2</a:t>
            </a:r>
          </a:p>
        </p:txBody>
      </p:sp>
    </p:spTree>
    <p:extLst>
      <p:ext uri="{BB962C8B-B14F-4D97-AF65-F5344CB8AC3E}">
        <p14:creationId xmlns:p14="http://schemas.microsoft.com/office/powerpoint/2010/main" val="20840033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33CAF0-D260-4474-A691-B666B277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KERNEL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16518-CDD8-476F-BC67-42022FA8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library replaces decode linears, attention, state, lm_head, sampling, and prefill KV build.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DA0AF-A6F4-4BD4-9ABC-8064133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31BBE-FD5A-4683-AAAA-DDB595C3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91D24-EB8A-417E-A1AB-3053EE1B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Family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3B7C8-CD4E-4FBE-96B6-71F1B89D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383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80677-895B-4DF0-97AE-78AABFAD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145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ACDC0-3023-44EF-96B8-AE30DBFE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6E8C0-C719-4BAE-8BF3-7B6B5B6C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Connector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F83FF-D472-454E-88C1-EC64C745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9F28C-481A-41BB-92C7-1CF363CE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W4A16 linears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B5EE3-C5D6-4D81-84C9-00ADB56E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527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DABDB5-B41F-48F2-B376-AA6331A5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6289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Generated tiled fused dequant GEMV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10136-9711-497D-8DA8-C90AEBFD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5270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D3D387-C3CD-4920-9F84-99BE8656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q/k/v/o, MLP, linear-attn, lm_head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407A4-3CFA-4D1E-8D07-FAA90FD8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04F9F-68D9-40FD-A00B-493175D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AF7CC-4447-4111-80F7-B2C69243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3D78D-D21F-41DB-B744-FEF95358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Custom GQA decode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547783-BF28-47D8-A040-6EB7812C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6705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640CD-47B6-47DC-A3B6-58F26D5C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score, softmax, V reduce, KV append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80144-2E4D-46DA-92EF-CCC53BE1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13BE8-9CD5-41CC-AC45-FC15D5ED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Linear attention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4570F-B8D3-44C9-857D-38B57B28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81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95063F-9E15-489A-BDBB-FD8739CF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Custom recurrent 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834407-2573-4319-99E0-F4E68442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8140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6F0794-0173-4FA2-816A-23973A43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A_log + dt_bias gate update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A6403-5AA8-4B96-80A0-DFEC2D4A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E6AE2-4A0D-43C4-A9A3-040D1DBE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Norm/RoPE/FFN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C0450-9EA9-4144-A251-428F73DD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95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6131BF-95B1-4B2A-BBCF-EB1A7DED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71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Custom CPU kernels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CC38BE-D55D-4ACF-99BF-0FA56FF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50CF72-2C98-4902-BD8B-09A94C8D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RMSNorm, active-slice RoPE, SiLU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1F45D2-B7BA-420C-B503-788DED03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99710B-A123-4EE2-BD33-8B137B2B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Connectors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C13FB-6E4C-4557-A3C6-C5EB6F69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10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5D4CEC-EA0E-4D91-A15E-03803AE6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86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JNI + C ABI + Device Farm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EA9999-9BBC-4E75-BCB6-7FA084C5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1010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144C38-444D-427B-9C02-65EF497F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4610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BENCH_RESULT_JSON and BENCH_QUALITY_JSON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7D4AA9-5B00-46C1-B8E7-6DED11B0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The W4A16 file used in the final path contains no gemvLowBitReference call.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6D3160-B134-4785-95E6-AA14E59C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Qwen3.5-9B customlib final | 3</a:t>
            </a:r>
          </a:p>
        </p:txBody>
      </p:sp>
    </p:spTree>
    <p:extLst>
      <p:ext uri="{BB962C8B-B14F-4D97-AF65-F5344CB8AC3E}">
        <p14:creationId xmlns:p14="http://schemas.microsoft.com/office/powerpoint/2010/main" val="8385743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65DA3-529C-49E9-8B76-99EF9203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PERFORMANCE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8914E-1EAF-4D67-B49C-39AB0D8C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v27 improves the custom library while staying honest about MNN being faster.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0D155-A4F3-4128-A74C-FBBDEB29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81338-1DDB-4821-B2B4-86B58AC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Fresh stock MNN CPU decode TPS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C06E3-C8D4-40AF-A4ED-ED27E3F3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55FA7-107E-4700-A334-89F2F969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698856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FF9A4-4119-4422-9053-8F2C9778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2.269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E180F-054F-4CFB-9E35-16237138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Final custom v27 decode TPS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BF5CE-1801-4290-9971-111C57A3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3C781-636B-44C6-935C-1C4271C1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6530163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1BD3E-9469-4E17-855A-180A7489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2.120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0092E-7E49-4AB1-BE10-06A9AD3B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Accepted v17 custom baseline decode TPS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7168F-7247-4997-AFC7-86CAE8A7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C3BD7-357A-4E33-A5C4-1F89B76B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595806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CDB64-BAEC-446A-AC90-CCC53857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624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1.934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4A9AA3-A1DB-463B-9ADB-9B3A5D4C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978D87-9EB1-4641-B38B-80C4EEC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Custom / stock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1166E-F030-40E6-AE49-FC1F7BA4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241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0.9344x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4C35F-BF6E-4FAA-9BA9-C0AE0FDF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No stock-MNN speedup claimed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BA0BF-250C-41A3-959F-147E4057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18A2E-F7D8-4F70-9D5A-F71D8D9B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148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Custom / v17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428EB-B115-4D08-BCB5-F1DECA6A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624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1.0960x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C2E77-1989-4B35-B3CE-87F7571B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958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9.60% decode TPS improvement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E95031-223B-4B89-97F9-5B7E40B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Qwen3.5-9B customlib final | 4</a:t>
            </a:r>
          </a:p>
        </p:txBody>
      </p:sp>
    </p:spTree>
    <p:extLst>
      <p:ext uri="{BB962C8B-B14F-4D97-AF65-F5344CB8AC3E}">
        <p14:creationId xmlns:p14="http://schemas.microsoft.com/office/powerpoint/2010/main" val="2060916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183114-1AF4-4C29-97EE-74A5A39B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HOT PATH WALL CLOCK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5EF57-9795-4200-A6BE-ADE303AA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largest custom costs remain MLP GEMV, linear-attention projection/state, and lm_head.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154926-F64B-42EE-B32A-4FC2EFBF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ABF27-4141-41A3-A976-6025C14D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down_proj W4A16 total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D32FC-529E-4A9C-81C8-8B467BDC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E0BAA-38D2-4AD6-A8E1-B4B83CBD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D5AE3-81AD-432B-8C45-B31A3237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288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62198.300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7CEBF-F002-43E5-8538-EED11D1A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gate_proj W4A16 total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858A9-E577-45B4-8152-FB65F704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9B180-64DF-42F2-8A6F-A62855BD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7202117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F2BCA-9E87-4AAC-84EA-5AC2E39C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61881.400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CE7089-F711-4EA2-B1D5-ADA5358E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up_proj W4A16 total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DD9EC-9A68-43BD-989B-C5618E14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79CF7-926B-4318-83EC-AB4CE4FA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720011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799E5-4961-4A4F-B444-4D30DFB4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956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61864.200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9A30D-C63E-47D6-94A6-28041623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linear_attn qkv W4A16 total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DBA18-0091-46B7-A8E8-1034A560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3A251-E833-4104-9406-59BC67B8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362170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58D04-3C69-4C08-81F2-9512B28C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290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31118.100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5F13B-F508-4226-BA79-6B70CD16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linear_attention_state_update total 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04473C-5203-4F06-B41F-2263B661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FD052-587A-48D5-B3BD-9C252DB9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3537512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FAD6B6-E5CE-4552-80AA-429D0B87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30394.700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0013F-0B2D-4F8C-B49E-9C516EBF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lm_head / sampling total 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959C0-5656-4331-ABF8-CF94AE9F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688C3-6C3F-4F5E-8077-CB0942B5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40919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67F5E0-1DA3-4527-8B3B-0DAB094B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958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12108.000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5C1AD-FF78-4136-BCA9-1DE1C7D4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All rows are from customlib_cpu_vulkan_hybrid_benchmark_v27.json; backend actual is CPU.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82E09C-D795-4200-A4F1-7C883594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Qwen3.5-9B customlib final | 5</a:t>
            </a:r>
          </a:p>
        </p:txBody>
      </p:sp>
    </p:spTree>
    <p:extLst>
      <p:ext uri="{BB962C8B-B14F-4D97-AF65-F5344CB8AC3E}">
        <p14:creationId xmlns:p14="http://schemas.microsoft.com/office/powerpoint/2010/main" val="1996648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F531F7-8011-47E2-AA6A-82CF7B25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QUALITY 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82725-920E-4131-B9DC-B7D9FA3C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custom path no longer passes by speed alone; generated tokens are checked against stock MNN.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5547E-5B48-4E73-AC34-884E75CB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46D04-6475-4321-819F-3C5D44C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C1C87-1DB2-42C0-B106-4E133D2D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9989B-C282-4656-A8A4-990092A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955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E04CC-065E-4DE1-BC71-CB460C96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717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Exact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FA573-6960-4C95-B3A7-68F46B02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9550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EE335-2CB1-47E7-80D9-4FD3ED17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717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Prefix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C3C4B-CC46-4265-90B9-6DA6C80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1C0BF1-A6AC-49A0-B02B-85DA779F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717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Match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66D7F8-0A02-4DC9-B1BD-DAF8C420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95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F1428-D7C5-439E-8559-ECCC5748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71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Custom sanity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6C1A6-67D3-4E33-A334-0F495B7D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25B643-A57A-4E96-AB9F-C2D54F8D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english_factual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34DDA5-AD89-4B9C-BE77-953CB49F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336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4C212-35B5-486A-A0AB-295F45A6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81D65-C494-4F71-99E5-D6185692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336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6FDD7-1403-4C23-90B9-9F87076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5C1B0-C23A-4472-B546-208D0A93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336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5067A-DDC5-457F-A766-31AA11C4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0.500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F34BE2-170E-4A22-8CCB-1CAA5D1B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336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915B8D-2D51-4DF0-BE13-AF226747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0FFC4C-6DCA-481A-8BBA-8893F352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861477-3A8C-44D4-9D5F-06D559AA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english_explain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367E42-A64D-42B0-AA95-4A11D011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718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904B92-EC8C-4512-89FE-EA5A7DC3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35B597-D9F3-41CD-8833-1E635F3C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7180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D7F8A0-D12B-4D03-B04C-D1ED4A38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B6CA10-D5BF-480B-AA20-AAC30AF4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718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B1AB4F-F12C-4048-B3F3-2599F7F7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0.312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96C4C0-0BD5-4836-A65D-5C1DEB13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71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C0C1BF-66A5-4C2B-8F63-6AE0AB4C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40C14B-441D-4406-88A8-6B0DEB1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977ECA-AFF5-41AA-9DF2-5D680F6E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code_like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B790DA-A307-4CE1-9790-09DA7107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99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DD2BEF-2BB7-4376-803E-FA0947A9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98E597-266B-404C-8167-AF540C53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1EC85B-5556-4678-8EFE-6D39A949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861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6B2D12-EE62-4132-A797-2E8CD06E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099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538871-7D10-4C82-B783-8B80215D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861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0.438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E1680B-F57B-4CA1-A241-22DEC53A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5CA29D-7504-4515-8C26-2F4AF742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861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AD6162-19A4-4441-B53F-496B61CB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C46396-1651-40C6-9793-7A7F6F5A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math_reasoning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91EB29-FF54-411C-B0F2-404C8BA5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481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225AD9-C2F9-4838-B577-8F97E187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243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587F0F-CE64-4068-B020-ABB015B8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4810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2F0ECF-A4F0-4D36-896D-AC94C837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243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39EB39-79AB-4ABF-8B43-0B34C22A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481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C6620A-C978-4FCD-9A19-8333962A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0.125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87CE4E-3A1E-49C7-9A55-3D54DA3A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481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657113-489A-4FB7-B4E4-9C7388B5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243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EF8C08-C18C-489D-A577-27DBC68C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1E57EF-DB05-4E78-BE8C-672EB9D1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long_512_token_style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80181F-03CE-40AD-8526-589D2EF7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8625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98E0E47-57E5-46A9-8AA4-58883886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624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AE2047-DA3E-4022-BBF9-809C99F8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8625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51CB8E-A09F-4EAB-B8AD-D6841DC5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32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F16B51-BB20-4454-B3EA-4880D16F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86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AFAD4F-0F15-4861-92B2-D4E4D0AF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50"/>
            <a:ext cx="1181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1.000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23E4B3-540F-41C5-992E-BD772E90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86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32C6F7-9EEE-43C4-AE39-0A8941B6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624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3D491E-5E47-4E06-8B4A-5717ED90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549A09D-AE01-4CB5-93C0-E359B078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Quality gate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0749DD-BF2A-4B8A-A642-EB202088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7A3A"/>
                </a:solidFill>
              </a:defRPr>
            </a:pPr>
            <a:r>
              <a:rPr sz="3000" b="1">
                <a:solidFill>
                  <a:srgbClr val="167A3A"/>
                </a:solidFill>
              </a:rPr>
              <a:t>PASS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B0D89B-51C9-48D7-B7B7-CBF3F7B1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813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No invalid, empty, degenerate, or token-220 repeated outputs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82AEE9-F2C6-4027-AE87-AB5CC408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Exact token equivalence is not claimed. This is a deterministic sanity guard, not a production semantic-quality benchmark.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06EDDC-B270-4B98-ACFD-CD89ACD0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Qwen3.5-9B customlib final | 6</a:t>
            </a:r>
          </a:p>
        </p:txBody>
      </p:sp>
    </p:spTree>
    <p:extLst>
      <p:ext uri="{BB962C8B-B14F-4D97-AF65-F5344CB8AC3E}">
        <p14:creationId xmlns:p14="http://schemas.microsoft.com/office/powerpoint/2010/main" val="773942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8053D7-8ACE-4931-A2B1-A4706F56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FINAL VERDICT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F15DC-8B95-4BE1-9283-15A920D0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The delivery is faithful, measurable, and honest about the remaining gap.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4B207-CC03-4895-B584-7591016F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4EC16-A101-40E7-9590-D729DD2A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D6704-151A-4DD8-A859-BE44EA10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Requirement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A909A-41BC-46F7-B027-F3D6ADFF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BDF23-3C32-4AAD-9B25-C511216A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717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Verdict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0EBA2-0A90-4ED5-8098-30586A73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FD28D-0FBF-4B4C-B8F7-9164E2E5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Why it is accepted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096B6-7470-4940-93ED-B65B46F2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40E2C-2B42-4013-AC04-D71C26C6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Kernel library + walkthrough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0CD07-9B2E-4608-B35E-E926CB3C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90800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7A229-6096-4442-BEE2-EA6F1E8C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BE149-A7F5-48FF-B677-C5660EA0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908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CBAFE-1BB8-4C97-8AC0-38E0ADD2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6700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Full custom decode path and code walkthrough are documented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B44B59-C682-4AAE-90A8-A7CF518C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FDBBA-5926-4FAD-9DBF-037DF9E6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MNN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908FA-16B0-4D81-B192-1DD51D16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86100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46B6B-3A79-4DA4-A418-780BDC78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623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1553BC-202A-4EB7-A1BF-FD16C68C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861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DEEFA-B27B-4230-B1BF-33F0FA74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Per-kernel wall clock, MNN trace, TPOT, TPS, ARNs, evidence 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AC4EE-3B11-4D91-B813-C6C700E8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85788-8817-42BE-9748-40C20A47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Output quality guard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650B9C-A707-4EE8-9BD3-70707FC3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81400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42747-9E4B-462B-B428-61BB224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576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50807-107B-417F-B249-20C25D79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814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38E92-A96C-4921-B97E-D923638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5760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Device Farm stock/custom token comparison passes sanity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D82B2C-561F-4877-BB31-5F28134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4EEE52-7425-46C6-8285-B09ECA9C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Speedup claim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10978E-CB9E-4AC2-BC76-D0D8D01D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76700"/>
            <a:ext cx="114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D8E54D-3906-4880-8637-24231361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F3B188-FEBB-4496-BAE6-9C90BF27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7670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7F8ED-88EF-4E78-8837-8F7AD3C3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52900"/>
            <a:ext cx="6038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Custom is 0.9344x stock MNN CPU decode TPS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5BED80-4F2A-463E-BC27-CA7E1013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Next engineering target: close lm_head, MLP GEMV, and linear-attention state costs while preserving the quality gate.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0B558B-1E90-4F8F-9CB6-5E0C4EE8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81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Qwen3.5-9B customlib final | 7</a:t>
            </a:r>
          </a:p>
        </p:txBody>
      </p:sp>
    </p:spTree>
    <p:extLst>
      <p:ext uri="{BB962C8B-B14F-4D97-AF65-F5344CB8AC3E}">
        <p14:creationId xmlns:p14="http://schemas.microsoft.com/office/powerpoint/2010/main" val="404661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2026-07-06T07:37:46.5360000Z</dcterms:created>
  <dcterms:modified xsi:type="dcterms:W3CDTF">2026-07-06T07:37:46.5360000Z</dcterms:modified>
</coreProperties>
</file>